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Board pack - Q4 review (cover)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Line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Net product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Cost of product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(198,400)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(210,000)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General and administrative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(44,950)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(47,000)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Research and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(11,160)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(12,000)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