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Northwind Therapeutics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FY2025 Operating Review - Cost Structure</a:t>
            </a:r>
          </a:p>
          <a:p>
            <a:r>
              <a:t>FICTIONAL SAMPLE - Northwind Therapeutics is not a real company.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cost sits above peers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8046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500"/>
            </a:pPr>
            <a:r>
              <a:t>• G&amp;A at 20.0% of revenue vs peer median 14.2% - the largest single gap</a:t>
            </a:r>
          </a:p>
          <a:p>
            <a:pPr>
              <a:defRPr sz="1500"/>
            </a:pPr>
            <a:r>
              <a:t>• Driver: three unintegrated bolt-ons, each retaining finance, HR, IT and regulatory</a:t>
            </a:r>
          </a:p>
          <a:p>
            <a:pPr>
              <a:defRPr sz="1500"/>
            </a:pPr>
            <a:r>
              <a:t>• 103 of 260 G&amp;A FTE sit in functions duplicated at parent level</a:t>
            </a:r>
          </a:p>
          <a:p>
            <a:pPr>
              <a:defRPr sz="1500"/>
            </a:pPr>
            <a:r>
              <a:t>• Facilities at 2.1% of revenue with office occupancy averaging 41%</a:t>
            </a:r>
          </a:p>
          <a:p>
            <a:pPr>
              <a:defRPr sz="1500"/>
            </a:pPr>
            <a:r>
              <a:t>• Sales &amp; marketing at 14.0% with 68% prescriber coverage overlap across three brands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Constraints the plan must respect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554480"/>
          <a:ext cx="80467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240"/>
                <a:gridCol w="2682240"/>
                <a:gridCol w="2682240"/>
              </a:tblGrid>
              <a:tr h="475488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Constraint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Binding until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60-day consultation on Ohio role reductions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Deveron works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Ongoing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 involuntary regulatory reductions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Lyle SPA retention undertaking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31 Dec 2026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Bridgewater lease, exit needs 12 months' notice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Property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FY2027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Launch capacity for two FY2027 filings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Commercial leadership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FY2027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